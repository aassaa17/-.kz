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8136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Съёмка.kz: прогноз завершения 10 MVP-историй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088136"/>
            <a:ext cx="1078992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CAD8E8"/>
                </a:solidFill>
                <a:latin typeface="Aptos Display"/>
              </a:rPr>
              <a:t>Monte Carlo, 10 000 прогонов; учебный throughput из методички; старт работы — 12.10.2026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292608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CAD8E8"/>
                </a:solidFill>
                <a:latin typeface="Aptos Display"/>
              </a:rPr>
              <a:t>РЕКОМЕНДУЕМЫЙ СРОК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11680"/>
            <a:ext cx="3931920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29C792"/>
                </a:solidFill>
                <a:latin typeface="Aptos Display"/>
              </a:rPr>
              <a:t>P85: 3 недели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70632"/>
            <a:ext cx="39319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До 30.10.2026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01568"/>
            <a:ext cx="4114800" cy="1143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CAD8E8"/>
                </a:solidFill>
                <a:latin typeface="Aptos Display"/>
              </a:rPr>
              <a:t>Вероятность завершить
все 10 историй к этой дате
составляет примерно 85%.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7373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AD8E8"/>
                </a:solidFill>
                <a:latin typeface="Aptos Display"/>
              </a:rPr>
              <a:t>P50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7373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AD8E8"/>
                </a:solidFill>
                <a:latin typeface="Aptos Display"/>
              </a:rPr>
              <a:t>P70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737360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CAD8E8"/>
                </a:solidFill>
                <a:latin typeface="Aptos Display"/>
              </a:rPr>
              <a:t>P95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1031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5AA9FF"/>
                </a:solidFill>
                <a:latin typeface="Aptos Display"/>
              </a:rPr>
              <a:t>2 нед.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1031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5AA9FF"/>
                </a:solidFill>
                <a:latin typeface="Aptos Display"/>
              </a:rPr>
              <a:t>3 нед.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1031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FFBE5C"/>
                </a:solidFill>
                <a:latin typeface="Aptos Display"/>
              </a:rPr>
              <a:t>4 нед.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651760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 Display"/>
              </a:rPr>
              <a:t>23.10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651760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 Display"/>
              </a:rPr>
              <a:t>30.10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651760"/>
            <a:ext cx="182880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 Display"/>
              </a:rPr>
              <a:t>06.11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520440"/>
            <a:ext cx="5486400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 Display"/>
              </a:rPr>
              <a:t>Болжамды қайта есептейтін факторлар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931920"/>
            <a:ext cx="5394960" cy="1097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CAD8E8"/>
                </a:solidFill>
                <a:latin typeface="Aptos Display"/>
              </a:rPr>
              <a:t>Жаңа талаптар, күрделі броньдау ережелері,
интеграция ақаулары және оқу жүктемесі.
Болжамды I1-ден кейін қайта есептейміз.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80760"/>
            <a:ext cx="1069848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AD8E8"/>
                </a:solidFill>
                <a:latin typeface="Aptos Display"/>
              </a:rPr>
              <a:t>Детерминистік жоспар: 32 SP ÷ 16 SP/апта = 2 апта. Бұл P50, сондықтан оны міндеттеме ретінде қолданбаймыз.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